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4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esh biradar" userId="2954fcccc211fedf" providerId="LiveId" clId="{B68F4E0F-D2BD-4659-95A6-C85258585094}"/>
    <pc:docChg chg="modSld sldOrd">
      <pc:chgData name="ramesh biradar" userId="2954fcccc211fedf" providerId="LiveId" clId="{B68F4E0F-D2BD-4659-95A6-C85258585094}" dt="2026-09-30T16:17:45.811" v="5"/>
      <pc:docMkLst>
        <pc:docMk/>
      </pc:docMkLst>
      <pc:sldChg chg="ord">
        <pc:chgData name="ramesh biradar" userId="2954fcccc211fedf" providerId="LiveId" clId="{B68F4E0F-D2BD-4659-95A6-C85258585094}" dt="2026-09-30T16:16:00.381" v="1"/>
        <pc:sldMkLst>
          <pc:docMk/>
          <pc:sldMk cId="0" sldId="256"/>
        </pc:sldMkLst>
      </pc:sldChg>
      <pc:sldChg chg="ord">
        <pc:chgData name="ramesh biradar" userId="2954fcccc211fedf" providerId="LiveId" clId="{B68F4E0F-D2BD-4659-95A6-C85258585094}" dt="2026-09-30T16:17:45.811" v="5"/>
        <pc:sldMkLst>
          <pc:docMk/>
          <pc:sldMk cId="0" sldId="257"/>
        </pc:sldMkLst>
      </pc:sldChg>
      <pc:sldChg chg="ord">
        <pc:chgData name="ramesh biradar" userId="2954fcccc211fedf" providerId="LiveId" clId="{B68F4E0F-D2BD-4659-95A6-C85258585094}" dt="2026-09-30T16:16:03.553" v="3"/>
        <pc:sldMkLst>
          <pc:docMk/>
          <pc:sldMk cId="0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457200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ACADEMIC MICROPROJECT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LIBRARY MANAGEMENT SYSTEM &amp; DBMS STUDIO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An Interactive Relational Web Application for Automated Cataloging, Multi-Role Patron Tracking, and Circulation Auditing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rPr dirty="0"/>
              <a:t>• Domain: Database Management Systems (DBMS) &amp; Full-Stack Web Development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rPr dirty="0"/>
              <a:t>• Technology Stack: Python 3.14 (Flask), SQLite3, Tailwind CSS, Chart.js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rPr dirty="0"/>
              <a:t>• Key Capabilities: Real-time stock decrement, 14-day loan intervals, overdue fine calculator, live SQL console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457200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Why Modernize Library Administration?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Challenges of Legacy Paper-Based and Manual Spreadsheet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Stock Inaccuracies: Ghost borrowing and untracked book losses due to lack of atomic stock checks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Manual Overdue Calculations: Human errors when tracking return dates and calculating daily late fines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Long Checkout Queue Times: Manual paper registers slow down peak-hour campus library circulation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Lack of Data Insights: No visibility into genre popularity, patron reading habits, or overdue liability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457200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Core Project Objectives &amp; Goals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Engineering an Error-Free, Automated Circulation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Normalized Relational Schema: 3NF tables (books, members, borrow_records, fines) with Foreign Key constraints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Atomic Book Issue/Return: Automatic available_copies decrement upon issue and increment upon return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Dynamic Overdue Fine Engine: Automated penalty calculation: Fine = max(0, Days_Overdue) * Daily_Rate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Multi-Tier Patron Management: Segmenting users into Student, Faculty, and Premium memberships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Interactive SQL Studio: In-browser SQL workbench allowing direct execution of SELECT, JOIN, and GROUP BY queries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457200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3-Tier MVC Architecture &amp; Data Flow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Decoupled Web and Database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Tier 1 (Presentation): Tailwind CSS Single Page Application (SPA) with dynamic Chart.js genre visualization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Tier 2 (Controller): Python Flask REST API (/api/books, /api/borrow-records, /api/issue-book, /api/return-book)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Tier 3 (Database): SQLite3 relational engine enforcing ACID compliance, foreign keys, and cascading rules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Asynchronous Workflow: Browser Fetch API communicates with Flask backend without full page refreshes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457200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DATABASE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Relational Database Schema &amp; Entities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Normalized Entity-Relationship Architecture in library.db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books Table: book_id (PK), title, author, isbn (UNIQUE), genre, total_copies, available_copies, shelf_location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members Table: member_id (PK), name, email (UNIQUE), phone, membership_type (Student/Faculty), status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borrow_records Table: issue_id (PK), book_id (FK), member_id (FK), issue_date, due_date, return_date, status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fines Table: fine_id (PK), issue_id (FK), amount, payment_status ('Paid' / 'Unpaid'), paid_date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457200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CORE FEATURE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Key Operational Modules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6 Dedicated Functional Tabs in the Web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Tab 1 (Dashboard): Real-time KPI summary cards, Genre breakdown donut chart, and recent borrow activity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Tab 2 (Book Catalog): Searchable inventory by Title, Author, ISBN with real-time category filtering and Add Book modal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Tab 3 (Members Directory): Patron records across Student/Faculty tiers with membership status badges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Tab 4 (Circulation Desk): Active loans tracking with 14-day return deadlines and single-click return restocking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Tab 5 (Fines &amp; Fees): Overdue penalty ledger with Paid/Unpaid status toggling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Tab 6 (Live SQL Studio): In-browser query console to write, test, and view multi-table SQL JOIN queries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457200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SQL QUERY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Demonstration of Essential SQL Queries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Advanced Queries Running Inside the In-Browser SQL Studio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3-Table INNER JOIN: SELECT b.title, m.name, br.due_date, br.status FROM borrow_records br JOIN books b ON ... JOIN members m ON ...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Aggregate GROUP BY: SELECT genre, COUNT(*) as titles, SUM(total_copies) FROM books GROUP BY genre ORDER BY total_copies DESC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Overdue Filter: SELECT * FROM borrow_records WHERE status = 'Overdue' AND fine_amount &gt; 0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Stock Verification: SELECT title, available_copies FROM books WHERE available_copies = 0 (Out of stock detection)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457200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Future Scope &amp; Technological Roadmap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Extending the Platform for Large-Scale Campus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Hardware Integration: USB &amp; Camera Barcode/RFID scanner support for rapid self-service book checkout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Automated Due Date Alerts: Twilio WhatsApp &amp; SMS integration to notify students 2 days prior to due dates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Digital E-Book Repository: Cloud PDF storage for remote reading permissions and digital borrowing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Mobile Progressive Web App (PWA): Responsive smartphone app for students to reserve books and track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457200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CONCLUSION &amp;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Student Learning Outcomes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Summary of Technical Achievements and Academic Competencies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100% Objectives Achieved: Replaced paper ledgers with an error-free, atomic relational web system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Mastery of Relational DBMS: Applied normalized schemas, multi-table joins, transactions, and foreign key constraints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Full-Stack Integration: Connected Python Flask REST controllers with modern interactive Tailwind/Chart.js frontends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Production Readiness: Packaged with 1-click batch launcher and Cloudflare sharing capabilities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934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ramesh biradar</cp:lastModifiedBy>
  <cp:revision>1</cp:revision>
  <dcterms:created xsi:type="dcterms:W3CDTF">2013-01-27T09:14:16Z</dcterms:created>
  <dcterms:modified xsi:type="dcterms:W3CDTF">2026-09-30T16:17:55Z</dcterms:modified>
  <cp:category/>
</cp:coreProperties>
</file>